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1752" y="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ntendoblast.com.br/2015/07/mario30th-super-mario-world-snes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51560"/>
            <a:ext cx="5669280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 i="0" dirty="0">
                <a:solidFill>
                  <a:srgbClr val="97BC62"/>
                </a:solidFill>
                <a:latin typeface="Calibri"/>
              </a:rPr>
              <a:t>A 3D GAME FOR A CLEANER PLANET</a:t>
            </a:r>
          </a:p>
          <a:p>
            <a:pPr algn="l">
              <a:spcAft>
                <a:spcPts val="0"/>
              </a:spcAft>
            </a:pPr>
            <a:r>
              <a:rPr sz="5400" b="1" i="0" dirty="0">
                <a:solidFill>
                  <a:srgbClr val="FFFFFF"/>
                </a:solidFill>
                <a:latin typeface="Arial"/>
              </a:rPr>
              <a:t>GARBAGE</a:t>
            </a:r>
          </a:p>
          <a:p>
            <a:pPr algn="l">
              <a:spcAft>
                <a:spcPts val="1400"/>
              </a:spcAft>
            </a:pPr>
            <a:r>
              <a:rPr sz="5400" b="1" i="0" dirty="0">
                <a:solidFill>
                  <a:srgbClr val="E8B33C"/>
                </a:solidFill>
                <a:latin typeface="Arial"/>
              </a:rPr>
              <a:t>GRAPPLE</a:t>
            </a:r>
          </a:p>
          <a:p>
            <a:pPr algn="l">
              <a:spcAft>
                <a:spcPts val="1800"/>
              </a:spcAft>
            </a:pPr>
            <a:r>
              <a:rPr sz="1600" b="0" i="1" dirty="0">
                <a:solidFill>
                  <a:srgbClr val="EFF5E9"/>
                </a:solidFill>
                <a:latin typeface="Calibri"/>
              </a:rPr>
              <a:t>Swing. Clean. Rescue. Watch the world come back to life.</a:t>
            </a:r>
          </a:p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97BC62"/>
                </a:solidFill>
                <a:latin typeface="Calibri"/>
              </a:rPr>
              <a:t>Sustainability Competition Entry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EFF5E9"/>
                </a:solidFill>
                <a:latin typeface="Calibri"/>
              </a:rPr>
              <a:t>By Viaan </a:t>
            </a:r>
            <a:r>
              <a:rPr lang="en-US" sz="1400" b="0" i="0" dirty="0">
                <a:solidFill>
                  <a:srgbClr val="EFF5E9"/>
                </a:solidFill>
                <a:latin typeface="Calibri"/>
              </a:rPr>
              <a:t> and </a:t>
            </a:r>
            <a:r>
              <a:rPr lang="en-US" sz="1400" dirty="0">
                <a:solidFill>
                  <a:srgbClr val="EFF5E9"/>
                </a:solidFill>
                <a:latin typeface="Calibri"/>
              </a:rPr>
              <a:t>M</a:t>
            </a:r>
            <a:r>
              <a:rPr lang="en-US" sz="1400" b="0" i="0" dirty="0">
                <a:solidFill>
                  <a:srgbClr val="EFF5E9"/>
                </a:solidFill>
                <a:latin typeface="Calibri"/>
              </a:rPr>
              <a:t>ihir</a:t>
            </a:r>
            <a:r>
              <a:rPr sz="1400" b="0" i="0" dirty="0">
                <a:solidFill>
                  <a:srgbClr val="EFF5E9"/>
                </a:solidFill>
                <a:latin typeface="Calibri"/>
              </a:rPr>
              <a:t> ·  DPSI</a:t>
            </a:r>
          </a:p>
        </p:txBody>
      </p:sp>
      <p:pic>
        <p:nvPicPr>
          <p:cNvPr id="3" name="Picture 2" descr="hea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72768"/>
            <a:ext cx="4983480" cy="2803208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720840" y="443484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The fully restored world — the reward for cleaning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7BC62"/>
                </a:solidFill>
                <a:latin typeface="Calibri"/>
              </a:rPr>
              <a:t>“Small Actions. Big Impact. Save Our Planet.”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The Problem: Our World Is Drowning in Waste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2C5F2D"/>
                </a:solidFill>
                <a:latin typeface="Arial"/>
              </a:rPr>
              <a:t>450 years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658"/>
                </a:solidFill>
                <a:latin typeface="Calibri"/>
              </a:rPr>
              <a:t>for a single plastic bottle to decompose in 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2C5F2D"/>
                </a:solidFill>
                <a:latin typeface="Arial"/>
              </a:rPr>
              <a:t>8 million tonnes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658"/>
                </a:solidFill>
                <a:latin typeface="Calibri"/>
              </a:rPr>
              <a:t>of plastic enter our oceans every single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2C5F2D"/>
                </a:solidFill>
                <a:latin typeface="Arial"/>
              </a:rPr>
              <a:t>1 million+ animals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658"/>
                </a:solidFill>
                <a:latin typeface="Calibri"/>
              </a:rPr>
              <a:t>die every year from eating or getting trapped in litter</a:t>
            </a:r>
          </a:p>
        </p:txBody>
      </p:sp>
      <p:pic>
        <p:nvPicPr>
          <p:cNvPr id="6" name="Picture 5" descr="dir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034665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4709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Where every level begins: smog, grey trees and litter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22301F"/>
                </a:solidFill>
                <a:latin typeface="Calibri"/>
              </a:rPr>
              <a:t>Children hear these numbers all the time — but numbers don't change habits. Experiences do.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The Game: Garbage Grapple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212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2301F"/>
                </a:solidFill>
                <a:latin typeface="Calibri"/>
              </a:rPr>
              <a:t>A full 3D action game that runs in any web browser.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You are an Eco Ranger with a multi-purpose grappling hook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Grapple litter from trees, rooftops and water — or dash across the map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Sort everything into the correct segregation bins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Rescue trapped animals and defeat giant pollution monsters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5 worlds: School Campus → Park → City → Beach → 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C5F2D"/>
                </a:solidFill>
                <a:latin typeface="Arial"/>
              </a:rPr>
              <a:t>COLLECT   →   SEGREGATE   →   RECYCLE   →   THE WORLD HEALS</a:t>
            </a:r>
          </a:p>
        </p:txBody>
      </p:sp>
      <p:pic>
        <p:nvPicPr>
          <p:cNvPr id="5" name="Picture 4" descr="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034665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Cleaning the smog-choked City Streets level.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Every Piece You Recycle Visibly Heals the World</a:t>
            </a:r>
          </a:p>
        </p:txBody>
      </p:sp>
      <p:pic>
        <p:nvPicPr>
          <p:cNvPr id="3" name="Picture 2" descr="dir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3086100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pic>
        <p:nvPicPr>
          <p:cNvPr id="4" name="Picture 3" descr="hea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63040"/>
            <a:ext cx="5486400" cy="3086100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777240" y="1691640"/>
            <a:ext cx="1600200" cy="384048"/>
          </a:xfrm>
          <a:prstGeom prst="roundRect">
            <a:avLst/>
          </a:prstGeom>
          <a:solidFill>
            <a:srgbClr val="8A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BEFORE — polluted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1783080" cy="384048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AFTER — 100% recycled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The same spot in the game. As litter is recycled, the smog fades, trees regrow, flowers bloom,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butterflies and birds return — and a rainbow crowns the fully restored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2301F"/>
                </a:solidFill>
                <a:latin typeface="Calibri"/>
              </a:rPr>
              <a:t>The healing world IS the reward system. Players don't clean up for points — they clean up because they can see the planet getting better with every single piece.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Learning Real Waste Segregation — by Playing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Six colour-coded bins, exactly like real segregation systems. Litter must go to the right bin — the game teaches the habit.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457200" cy="411480"/>
          </a:xfrm>
          <a:prstGeom prst="roundRect">
            <a:avLst/>
          </a:prstGeom>
          <a:solidFill>
            <a:srgbClr val="2F7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2037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Plastic  —  bottles, wrappers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15768"/>
            <a:ext cx="457200" cy="411480"/>
          </a:xfrm>
          <a:prstGeom prst="roundRect">
            <a:avLst/>
          </a:prstGeom>
          <a:solidFill>
            <a:srgbClr val="D9A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7706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Paper  —  newspaper, cartons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82696"/>
            <a:ext cx="457200" cy="411480"/>
          </a:xfrm>
          <a:prstGeom prst="roundRect">
            <a:avLst/>
          </a:prstGeom>
          <a:solidFill>
            <a:srgbClr val="D64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Metal  —  cans, foil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9624"/>
            <a:ext cx="457200" cy="411480"/>
          </a:xfrm>
          <a:prstGeom prst="roundRect">
            <a:avLst/>
          </a:prstGeom>
          <a:solidFill>
            <a:srgbClr val="8A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904487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Glass  —  bottles, jars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16552"/>
            <a:ext cx="457200" cy="411480"/>
          </a:xfrm>
          <a:prstGeom prst="roundRect">
            <a:avLst/>
          </a:prstGeom>
          <a:solidFill>
            <a:srgbClr val="3F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47141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Organic  —  food waste, peels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457200" cy="411480"/>
          </a:xfrm>
          <a:prstGeom prst="roundRect">
            <a:avLst/>
          </a:prstGeom>
          <a:solidFill>
            <a:srgbClr val="D97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50383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E-Waste  —  batteries, circuit boards</a:t>
            </a:r>
          </a:p>
        </p:txBody>
      </p:sp>
      <p:pic>
        <p:nvPicPr>
          <p:cNvPr id="16" name="Picture 15" descr="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034665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17920" y="4709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The in-game Recycling Station — every deposit is auto-sorted with points for correct recycling.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2C5F2D"/>
                </a:solidFill>
                <a:latin typeface="Calibri"/>
              </a:rPr>
              <a:t>Repetition builds habit: players sort hundreds of items across a full game.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Rescue Wildlife. Defeat Pollution Itself.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Wildlife rescue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Birds, rabbits, turtles and deer are trapped in nets and litter — players free them and watch them return to the healed world.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Pollution becomes the villain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301F"/>
                </a:solidFill>
                <a:latin typeface="Calibri"/>
              </a:rPr>
              <a:t>Every level ends with a boss made of pollution: the Litter Imp, Oil Sludge Beast, Smog Golem, Plastic Kraken and the Garbage Monster.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The only weapon that works against them? RECYCLING. Recycle litter to stun the monster, then grapple the pollution right out of its core.</a:t>
            </a:r>
          </a:p>
        </p:txBody>
      </p:sp>
      <p:pic>
        <p:nvPicPr>
          <p:cNvPr id="4" name="Picture 3" descr="bo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034665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217920" y="4709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658"/>
                </a:solidFill>
                <a:latin typeface="Calibri"/>
              </a:rPr>
              <a:t>Facing the Garbage Monster on the River Bank — recycling is the only way to win.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Real Eco-Knowledge and UN Goals — Built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2301F"/>
                </a:solidFill>
                <a:latin typeface="Calibri"/>
              </a:rPr>
              <a:t>Every completed level teaches a real, verified eco fact: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394960" cy="960120"/>
          </a:xfrm>
          <a:prstGeom prst="roundRect">
            <a:avLst/>
          </a:prstGeom>
          <a:solidFill>
            <a:srgbClr val="EFF5E9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i="1">
                <a:solidFill>
                  <a:srgbClr val="22301F"/>
                </a:solidFill>
                <a:latin typeface="Calibri"/>
              </a:rPr>
              <a:t>“Recycling one aluminium can saves enough energy to run a TV for 3 hours.”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08960"/>
            <a:ext cx="5394960" cy="960120"/>
          </a:xfrm>
          <a:prstGeom prst="roundRect">
            <a:avLst/>
          </a:prstGeom>
          <a:solidFill>
            <a:srgbClr val="EFF5E9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i="1">
                <a:solidFill>
                  <a:srgbClr val="22301F"/>
                </a:solidFill>
                <a:latin typeface="Calibri"/>
              </a:rPr>
              <a:t>“One litre of dumped oil can pollute one MILLION litres of fresh water.”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51960"/>
            <a:ext cx="5394960" cy="960120"/>
          </a:xfrm>
          <a:prstGeom prst="roundRect">
            <a:avLst/>
          </a:prstGeom>
          <a:solidFill>
            <a:srgbClr val="EFF5E9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i="1">
                <a:solidFill>
                  <a:srgbClr val="22301F"/>
                </a:solidFill>
                <a:latin typeface="Calibri"/>
              </a:rPr>
              <a:t>“By 2050 there could be more plastic than fish in the sea — unless we act.”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2301F"/>
                </a:solidFill>
                <a:latin typeface="Calibri"/>
              </a:rPr>
              <a:t>Aligned with the UN Sustainable Development Goals: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1051560" cy="4572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SDG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48255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Sustainable Cities &amp; Communities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87752"/>
            <a:ext cx="1051560" cy="4572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SDG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7004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Responsible Consumption &amp;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9544"/>
            <a:ext cx="1051560" cy="4572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SDG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918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Climate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31336"/>
            <a:ext cx="1051560" cy="4572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SDG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9136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Life Below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53128"/>
            <a:ext cx="1051560" cy="457200"/>
          </a:xfrm>
          <a:prstGeom prst="round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SDG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53542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301F"/>
                </a:solidFill>
                <a:latin typeface="Calibri"/>
              </a:rPr>
              <a:t>Life on 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59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A6658"/>
                </a:solidFill>
                <a:latin typeface="Calibri"/>
              </a:rPr>
              <a:t>Players earn an SDG badge for every restored world.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Sustainable by Design — Even the Technology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57800" cy="2057400"/>
          </a:xfrm>
          <a:prstGeom prst="roundRect">
            <a:avLst/>
          </a:prstGeom>
          <a:solidFill>
            <a:srgbClr val="EFF5E9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800" b="1">
                <a:solidFill>
                  <a:srgbClr val="2C5F2D"/>
                </a:solidFill>
                <a:latin typeface="Calibri"/>
              </a:rPr>
              <a:t>Zero installation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301F"/>
                </a:solidFill>
                <a:latin typeface="Calibri"/>
              </a:rPr>
              <a:t>Runs instantly in any web browser on a free link — nothing to download, install or throw away.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257800" cy="2057400"/>
          </a:xfrm>
          <a:prstGeom prst="roundRect">
            <a:avLst/>
          </a:prstGeom>
          <a:solidFill>
            <a:srgbClr val="EFF5E9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800" b="1">
                <a:solidFill>
                  <a:srgbClr val="2C5F2D"/>
                </a:solidFill>
                <a:latin typeface="Calibri"/>
              </a:rPr>
              <a:t>Ultra-lightweight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301F"/>
                </a:solidFill>
                <a:latin typeface="Calibri"/>
              </a:rPr>
              <a:t>About 4,000 lines of hand-written code and no heavy game engine — a tiny energy and data footprint.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5257800" cy="2057400"/>
          </a:xfrm>
          <a:prstGeom prst="roundRect">
            <a:avLst/>
          </a:prstGeom>
          <a:solidFill>
            <a:srgbClr val="EFF5E9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800" b="1">
                <a:solidFill>
                  <a:srgbClr val="2C5F2D"/>
                </a:solidFill>
                <a:latin typeface="Calibri"/>
              </a:rPr>
              <a:t>100% procedural 3D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301F"/>
                </a:solidFill>
                <a:latin typeface="Calibri"/>
              </a:rPr>
              <a:t>Every character, tree and monster is generated by code — no gigabytes of downloaded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257800" cy="2057400"/>
          </a:xfrm>
          <a:prstGeom prst="roundRect">
            <a:avLst/>
          </a:prstGeom>
          <a:solidFill>
            <a:srgbClr val="EFF5E9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800" b="1">
                <a:solidFill>
                  <a:srgbClr val="2C5F2D"/>
                </a:solidFill>
                <a:latin typeface="Calibri"/>
              </a:rPr>
              <a:t>Runs on what schools have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301F"/>
                </a:solidFill>
                <a:latin typeface="Calibri"/>
              </a:rPr>
              <a:t>Smooth on ordinary school computers — no new hardware, no e-waste created to play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2C5F2D"/>
                </a:solidFill>
                <a:latin typeface="Calibri"/>
              </a:rPr>
              <a:t>A game about sustainability should not itself be wasteful.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463040"/>
            <a:ext cx="99669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Small Actions.</a:t>
            </a:r>
          </a:p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E8B33C"/>
                </a:solidFill>
                <a:latin typeface="Arial"/>
              </a:rPr>
              <a:t>Big Impact.</a:t>
            </a:r>
          </a:p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97BC62"/>
                </a:solidFill>
                <a:latin typeface="Arial"/>
              </a:rPr>
              <a:t>Save Our Planet.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206240"/>
            <a:ext cx="9966960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 dirty="0">
                <a:solidFill>
                  <a:srgbClr val="EFF5E9"/>
                </a:solidFill>
                <a:latin typeface="Calibri"/>
              </a:rPr>
              <a:t>Garbage Grapple turns cleaning up into a superpower —</a:t>
            </a:r>
          </a:p>
          <a:p>
            <a:pPr algn="ctr">
              <a:spcAft>
                <a:spcPts val="1800"/>
              </a:spcAft>
            </a:pPr>
            <a:r>
              <a:rPr sz="1700" b="0" i="0" dirty="0">
                <a:solidFill>
                  <a:srgbClr val="EFF5E9"/>
                </a:solidFill>
                <a:latin typeface="Calibri"/>
              </a:rPr>
              <a:t>and every player leaves knowing the world is worth saving.</a:t>
            </a:r>
          </a:p>
          <a:p>
            <a:pPr algn="ctr">
              <a:spcAft>
                <a:spcPts val="600"/>
              </a:spcAft>
            </a:pPr>
            <a:r>
              <a:rPr sz="1400" b="0" i="0" dirty="0">
                <a:solidFill>
                  <a:srgbClr val="EFF5E9"/>
                </a:solidFill>
                <a:latin typeface="Calibri"/>
              </a:rPr>
              <a:t>Thank you! —  Viaan </a:t>
            </a:r>
            <a:r>
              <a:rPr lang="en-US" sz="1400" b="0" i="0" dirty="0">
                <a:solidFill>
                  <a:srgbClr val="EFF5E9"/>
                </a:solidFill>
                <a:latin typeface="Calibri"/>
              </a:rPr>
              <a:t> and Mihir</a:t>
            </a:r>
            <a:r>
              <a:rPr sz="1400" b="0" i="0" dirty="0">
                <a:solidFill>
                  <a:srgbClr val="EFF5E9"/>
                </a:solidFill>
                <a:latin typeface="Calibri"/>
              </a:rPr>
              <a:t>· DPSI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2EE56-3ACC-0048-C33B-343DDDDD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309815"/>
            <a:ext cx="12192000" cy="82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34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753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Rachita Shrotri</cp:lastModifiedBy>
  <cp:revision>3</cp:revision>
  <dcterms:created xsi:type="dcterms:W3CDTF">2013-01-27T09:14:16Z</dcterms:created>
  <dcterms:modified xsi:type="dcterms:W3CDTF">2026-07-27T15:16:47Z</dcterms:modified>
  <cp:category/>
</cp:coreProperties>
</file>